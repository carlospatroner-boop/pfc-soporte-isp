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1E3A5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0F6B5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UNIVERSIDAD TÉCNICA ESTATAL DE QUEVEDO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de la Computación — Ingeniería de Software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C7D2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FIN DE CURSO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4 — AVANCE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Distribuidas (ISR-701)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14800" y="4800600"/>
            <a:ext cx="3959352" cy="18288"/>
          </a:xfrm>
          <a:prstGeom prst="rect">
            <a:avLst/>
          </a:prstGeom>
          <a:solidFill>
            <a:srgbClr val="2C3E5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983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FD6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ACC — Soporte Técnico ISP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54406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Carpio · Cristhian Pacheco · Robinson Cando · Jeremy Álvarez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4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Ing. Gleiston C. Guerrero-Ulloa, Mgs.   ·   Agosto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0292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ARQUITECTURA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4114800" y="1371600"/>
            <a:ext cx="3959352" cy="45720"/>
          </a:xfrm>
          <a:prstGeom prst="rect">
            <a:avLst/>
          </a:prstGeom>
          <a:solidFill>
            <a:srgbClr val="C97F0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28800"/>
            <a:ext cx="10360152" cy="4297680"/>
          </a:xfrm>
          <a:prstGeom prst="roundRect">
            <a:avLst>
              <a:gd name="adj" fmla="val 1702"/>
            </a:avLst>
          </a:prstGeom>
          <a:solidFill>
            <a:srgbClr val="F7F8FA"/>
          </a:solidFill>
          <a:ln w="19050">
            <a:solidFill>
              <a:srgbClr val="C7CDD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ACC · Soporte Técnico ISP · Entrega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1091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— FRONTEND (WEB)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18 + TypeScript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1054303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guía permitía React o Angular — se justifica la elección, no es la única opción posible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más grande y curva de aprendizaje menor para el equipo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en modo estricto: errores detectados al compilar, no en producción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ACC · Soporte Técnico ISP · Entrega 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1091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— BACKEND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21 + Spring Boot 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1054303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se usaba desde la Entrega 2 — consistencia con los microservicios existentes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maduro para arquitectura en capas + patrones de diseño (GoF)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nativa con Kafka, JPA y Spring Security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ACC · Soporte Técnico ISP · Entrega 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1091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— MÓVIL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Kotlin nativo + Jetpack Compose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1054303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Flutter / React Native (alternativas permitidas por la guía)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directo a cámara y GPS, sin capas puente — 0 dependencias extra</a:t>
            </a:r>
            <a:endParaRPr lang="en-US" sz="2400" dirty="0"/>
          </a:p>
          <a:p>
            <a:pPr marL="406400" indent="-4064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2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 más liviano: 11 MB medidos (ver ADR-0006)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ACC · Soporte Técnico ISP · Entrega 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0F6B5C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37947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Móvil funcionando con datos reales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C97F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1091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PARTES CLAVE DEL CÓDIGO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54303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 4 capas + patrón Observer (escalado automático de tickets)</a:t>
            </a:r>
            <a:endParaRPr lang="en-US" sz="2600" dirty="0"/>
          </a:p>
          <a:p>
            <a:pPr marL="406400" indent="-4064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— un solo punto de entrada para web y móvil</a:t>
            </a:r>
            <a:endParaRPr lang="en-US" sz="2600" dirty="0"/>
          </a:p>
          <a:p>
            <a:pPr marL="406400" indent="-4064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 web: 3 vistas distintas según el rol (Admin / Técnico / Cliente)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ACC · Soporte Técnico ISP · Entrega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1091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FALTA POR HACER (1/2)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54303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— 7 jobs de GitHub Actions</a:t>
            </a:r>
            <a:endParaRPr lang="en-US" sz="2600" dirty="0"/>
          </a:p>
          <a:p>
            <a:pPr marL="406400" indent="-4064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contrato, extremo a extremo y de carga</a:t>
            </a:r>
            <a:endParaRPr lang="en-US" sz="2600" dirty="0"/>
          </a:p>
          <a:p>
            <a:pPr marL="406400" indent="-4064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Observabilidad: OpenTelemetry + dashboard Grafana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ACC · Soporte Técnico ISP · Entrega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0"/>
            <a:ext cx="11091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FALTA POR HACER (2/2)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543032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6400" indent="-4064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experimental ISO/IEC 25010</a:t>
            </a:r>
            <a:endParaRPr lang="en-US" sz="2600" dirty="0"/>
          </a:p>
          <a:p>
            <a:pPr marL="406400" indent="-4064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final consolidado (LaTeX, ≥20 páginas)</a:t>
            </a:r>
            <a:endParaRPr lang="en-US" sz="2600" dirty="0"/>
          </a:p>
          <a:p>
            <a:pPr marL="406400" indent="-4064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2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oral, reflexión ética y amenazas a la validez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ACC · Soporte Técnico ISP · Entrega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2026-08-18T04:08:59Z</dcterms:created>
  <dcterms:modified xsi:type="dcterms:W3CDTF">2026-08-18T04:08:59Z</dcterms:modified>
</cp:coreProperties>
</file>